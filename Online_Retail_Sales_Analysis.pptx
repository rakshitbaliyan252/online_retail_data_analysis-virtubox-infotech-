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Sales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online retail transaction data to understand sales performance, customer value, product performance, geographic markets, and return behavior.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1097280" y="3264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sales performance changing over time?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1097280" y="37673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 the most revenue and demand?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1097280" y="4270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are the strongest markets?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1097280" y="4773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contribute the most revenue?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1097280" y="52760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significant are returns and cancellations?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598932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989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transaction data into actionable recommendations for management.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II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 ×  8 columns  (original size)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39319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171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451713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45171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02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5102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5102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1508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810512"/>
            <a:ext cx="7223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05740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27" name="Text 25"/>
          <p:cNvSpPr/>
          <p:nvPr/>
        </p:nvSpPr>
        <p:spPr>
          <a:xfrm>
            <a:off x="5029200" y="19842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34,335 duplicate rows.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624328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624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30" name="Text 28"/>
          <p:cNvSpPr/>
          <p:nvPr/>
        </p:nvSpPr>
        <p:spPr>
          <a:xfrm>
            <a:off x="5029200" y="25511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product descriptions.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19125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33" name="Text 31"/>
          <p:cNvSpPr/>
          <p:nvPr/>
        </p:nvSpPr>
        <p:spPr>
          <a:xfrm>
            <a:off x="5029200" y="31181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missing Customer IDs for overall sales analysis.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758184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36" name="Text 34"/>
          <p:cNvSpPr/>
          <p:nvPr/>
        </p:nvSpPr>
        <p:spPr>
          <a:xfrm>
            <a:off x="5029200" y="3685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zero/negative prices from normal revenue analysis.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432511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325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39" name="Text 37"/>
          <p:cNvSpPr/>
          <p:nvPr/>
        </p:nvSpPr>
        <p:spPr>
          <a:xfrm>
            <a:off x="5029200" y="4251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transaction dates to datetime.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489204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42" name="Text 40"/>
          <p:cNvSpPr/>
          <p:nvPr/>
        </p:nvSpPr>
        <p:spPr>
          <a:xfrm>
            <a:off x="5029200" y="48188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Sales = Quantity × Price.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63440" y="5458968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5458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8" dirty="0"/>
          </a:p>
        </p:txBody>
      </p:sp>
      <p:sp>
        <p:nvSpPr>
          <p:cNvPr id="45" name="Text 43"/>
          <p:cNvSpPr/>
          <p:nvPr/>
        </p:nvSpPr>
        <p:spPr>
          <a:xfrm>
            <a:off x="5029200" y="53858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time, return, cancellation, and customer-availability fields.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Business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$19,014,209.84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48,369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5,939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4,932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$393.11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891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1.86%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3816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TRANSACTION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10912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519379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937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84" dirty="0"/>
          </a:p>
        </p:txBody>
      </p:sp>
      <p:sp>
        <p:nvSpPr>
          <p:cNvPr id="26" name="Text 24"/>
          <p:cNvSpPr/>
          <p:nvPr/>
        </p:nvSpPr>
        <p:spPr>
          <a:xfrm>
            <a:off x="1033272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represents a large volume of retail transactions.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519379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1937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84" dirty="0"/>
          </a:p>
        </p:txBody>
      </p:sp>
      <p:sp>
        <p:nvSpPr>
          <p:cNvPr id="29" name="Text 27"/>
          <p:cNvSpPr/>
          <p:nvPr/>
        </p:nvSpPr>
        <p:spPr>
          <a:xfrm>
            <a:off x="6656832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can be analyzed across time, products, countries, and customers.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7607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607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84" dirty="0"/>
          </a:p>
        </p:txBody>
      </p:sp>
      <p:sp>
        <p:nvSpPr>
          <p:cNvPr id="32" name="Text 30"/>
          <p:cNvSpPr/>
          <p:nvPr/>
        </p:nvSpPr>
        <p:spPr>
          <a:xfrm>
            <a:off x="1033272" y="5641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represent an important area for operational investigation.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7607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7607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84" dirty="0"/>
          </a:p>
        </p:txBody>
      </p:sp>
      <p:sp>
        <p:nvSpPr>
          <p:cNvPr id="35" name="Text 33"/>
          <p:cNvSpPr/>
          <p:nvPr/>
        </p:nvSpPr>
        <p:spPr>
          <a:xfrm>
            <a:off x="6656832" y="5641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analysis is possible for transactions with available Customer IDs.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of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8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4434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analysis helps identify periods of stronger and weaker revenue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709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6995160" y="1627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1938528"/>
            <a:ext cx="4434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ranked using revenue and quantity sold to identify high-performing products.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026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325880" y="29443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4434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sales identify the strongest markets and potential international growth opportunities.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82549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026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8" dirty="0"/>
          </a:p>
        </p:txBody>
      </p:sp>
      <p:sp>
        <p:nvSpPr>
          <p:cNvPr id="22" name="Text 20"/>
          <p:cNvSpPr/>
          <p:nvPr/>
        </p:nvSpPr>
        <p:spPr>
          <a:xfrm>
            <a:off x="6995160" y="29443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255264"/>
            <a:ext cx="4434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revenue analysis identifies high-value customers who may require retention-focused strategies.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343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8" dirty="0"/>
          </a:p>
        </p:txBody>
      </p:sp>
      <p:sp>
        <p:nvSpPr>
          <p:cNvPr id="27" name="Text 25"/>
          <p:cNvSpPr/>
          <p:nvPr/>
        </p:nvSpPr>
        <p:spPr>
          <a:xfrm>
            <a:off x="1325880" y="42611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572000"/>
            <a:ext cx="4434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Negative-quantity transactions are investigated as potential returns/cancellations rather than automatically being treated as errors.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4772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57241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724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8" dirty="0"/>
          </a:p>
        </p:txBody>
      </p:sp>
      <p:sp>
        <p:nvSpPr>
          <p:cNvPr id="32" name="Text 30"/>
          <p:cNvSpPr/>
          <p:nvPr/>
        </p:nvSpPr>
        <p:spPr>
          <a:xfrm>
            <a:off x="1325880" y="556869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Looker Studio dashboard provides interactive views of these areas using KPIs, charts, filters, and comparisons.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Management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High-Performing Products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inventory and merchandising decisions on products generating strong sales and demand.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3063240" cy="0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00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Merchandising Teams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5321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and quantity sold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High-Value Customers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valuable customers and develop targeted engagement and retention activities.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4663440"/>
            <a:ext cx="3063240" cy="0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800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CRM Teams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55321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5760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and repeat-purchase 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60020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Returns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41248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and transaction patterns associated with returns and determine their underlying causes.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4663440"/>
            <a:ext cx="3063240" cy="0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800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Product Teams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55321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5760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and net revenue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Limitations &amp; Next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64592" cy="164592"/>
          </a:xfrm>
          <a:prstGeom prst="ellipse">
            <a:avLst/>
          </a:prstGeom>
          <a:solidFill>
            <a:srgbClr val="D7EED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32" dirty="0"/>
          </a:p>
        </p:txBody>
      </p:sp>
      <p:sp>
        <p:nvSpPr>
          <p:cNvPr id="8" name="Text 6"/>
          <p:cNvSpPr/>
          <p:nvPr/>
        </p:nvSpPr>
        <p:spPr>
          <a:xfrm>
            <a:off x="1051560" y="19019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prioritization.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70048"/>
            <a:ext cx="164592" cy="164592"/>
          </a:xfrm>
          <a:prstGeom prst="ellipse">
            <a:avLst/>
          </a:prstGeom>
          <a:solidFill>
            <a:srgbClr val="D7EED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32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retention.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328416"/>
            <a:ext cx="164592" cy="164592"/>
          </a:xfrm>
          <a:prstGeom prst="ellipse">
            <a:avLst/>
          </a:prstGeom>
          <a:solidFill>
            <a:srgbClr val="D7EED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284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32" dirty="0"/>
          </a:p>
        </p:txBody>
      </p:sp>
      <p:sp>
        <p:nvSpPr>
          <p:cNvPr id="14" name="Text 12"/>
          <p:cNvSpPr/>
          <p:nvPr/>
        </p:nvSpPr>
        <p:spPr>
          <a:xfrm>
            <a:off x="1051560" y="3218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avoidable returns.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986784"/>
            <a:ext cx="164592" cy="164592"/>
          </a:xfrm>
          <a:prstGeom prst="ellipse">
            <a:avLst/>
          </a:prstGeom>
          <a:solidFill>
            <a:srgbClr val="D7EED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867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32" dirty="0"/>
          </a:p>
        </p:txBody>
      </p:sp>
      <p:sp>
        <p:nvSpPr>
          <p:cNvPr id="17" name="Text 15"/>
          <p:cNvSpPr/>
          <p:nvPr/>
        </p:nvSpPr>
        <p:spPr>
          <a:xfrm>
            <a:off x="1051560" y="3877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geographic and product performance.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645152"/>
            <a:ext cx="164592" cy="164592"/>
          </a:xfrm>
          <a:prstGeom prst="ellipse">
            <a:avLst/>
          </a:prstGeom>
          <a:solidFill>
            <a:srgbClr val="D7EED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451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32" dirty="0"/>
          </a:p>
        </p:txBody>
      </p:sp>
      <p:sp>
        <p:nvSpPr>
          <p:cNvPr id="20" name="Text 18"/>
          <p:cNvSpPr/>
          <p:nvPr/>
        </p:nvSpPr>
        <p:spPr>
          <a:xfrm>
            <a:off x="1051560" y="45354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data-driven management decisions.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600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164592" cy="164592"/>
          </a:xfrm>
          <a:prstGeom prst="ellipse">
            <a:avLst/>
          </a:prstGeom>
          <a:solidFill>
            <a:srgbClr val="FBE3D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32" dirty="0"/>
          </a:p>
        </p:txBody>
      </p:sp>
      <p:sp>
        <p:nvSpPr>
          <p:cNvPr id="25" name="Text 23"/>
          <p:cNvSpPr/>
          <p:nvPr/>
        </p:nvSpPr>
        <p:spPr>
          <a:xfrm>
            <a:off x="484632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transactions do not have Customer IDs.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2724912"/>
            <a:ext cx="164592" cy="164592"/>
          </a:xfrm>
          <a:prstGeom prst="ellipse">
            <a:avLst/>
          </a:prstGeom>
          <a:solidFill>
            <a:srgbClr val="FBE3D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724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32" dirty="0"/>
          </a:p>
        </p:txBody>
      </p:sp>
      <p:sp>
        <p:nvSpPr>
          <p:cNvPr id="28" name="Text 26"/>
          <p:cNvSpPr/>
          <p:nvPr/>
        </p:nvSpPr>
        <p:spPr>
          <a:xfrm>
            <a:off x="4846320" y="26151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cost and profit-margin information is unavailable.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3438144"/>
            <a:ext cx="164592" cy="164592"/>
          </a:xfrm>
          <a:prstGeom prst="ellipse">
            <a:avLst/>
          </a:prstGeom>
          <a:solidFill>
            <a:srgbClr val="FBE3D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438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32" dirty="0"/>
          </a:p>
        </p:txBody>
      </p:sp>
      <p:sp>
        <p:nvSpPr>
          <p:cNvPr id="31" name="Text 29"/>
          <p:cNvSpPr/>
          <p:nvPr/>
        </p:nvSpPr>
        <p:spPr>
          <a:xfrm>
            <a:off x="4846320" y="3328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expenditure is not available.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0" y="4151376"/>
            <a:ext cx="164592" cy="164592"/>
          </a:xfrm>
          <a:prstGeom prst="ellipse">
            <a:avLst/>
          </a:prstGeom>
          <a:solidFill>
            <a:srgbClr val="FBE3D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4151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32" dirty="0"/>
          </a:p>
        </p:txBody>
      </p:sp>
      <p:sp>
        <p:nvSpPr>
          <p:cNvPr id="34" name="Text 32"/>
          <p:cNvSpPr/>
          <p:nvPr/>
        </p:nvSpPr>
        <p:spPr>
          <a:xfrm>
            <a:off x="4846320" y="4041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 information is not available.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0" y="4864608"/>
            <a:ext cx="164592" cy="164592"/>
          </a:xfrm>
          <a:prstGeom prst="ellipse">
            <a:avLst/>
          </a:prstGeom>
          <a:solidFill>
            <a:srgbClr val="FBE3D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48646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32" dirty="0"/>
          </a:p>
        </p:txBody>
      </p:sp>
      <p:sp>
        <p:nvSpPr>
          <p:cNvPr id="37" name="Text 35"/>
          <p:cNvSpPr/>
          <p:nvPr/>
        </p:nvSpPr>
        <p:spPr>
          <a:xfrm>
            <a:off x="4846320" y="4754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cannot be used alone to determine profitability.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3816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1600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66760" y="201168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32" dirty="0"/>
          </a:p>
        </p:txBody>
      </p:sp>
      <p:sp>
        <p:nvSpPr>
          <p:cNvPr id="42" name="Text 40"/>
          <p:cNvSpPr/>
          <p:nvPr/>
        </p:nvSpPr>
        <p:spPr>
          <a:xfrm>
            <a:off x="8641080" y="19019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cost and margin data.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366760" y="274320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8366760" y="2743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32" dirty="0"/>
          </a:p>
        </p:txBody>
      </p:sp>
      <p:sp>
        <p:nvSpPr>
          <p:cNvPr id="45" name="Text 43"/>
          <p:cNvSpPr/>
          <p:nvPr/>
        </p:nvSpPr>
        <p:spPr>
          <a:xfrm>
            <a:off x="8641080" y="26334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products with high return activity.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66760" y="347472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34747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32" dirty="0"/>
          </a:p>
        </p:txBody>
      </p:sp>
      <p:sp>
        <p:nvSpPr>
          <p:cNvPr id="48" name="Text 46"/>
          <p:cNvSpPr/>
          <p:nvPr/>
        </p:nvSpPr>
        <p:spPr>
          <a:xfrm>
            <a:off x="8641080" y="3364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deeper customer segmentation.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366760" y="420624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4206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32" dirty="0"/>
          </a:p>
        </p:txBody>
      </p:sp>
      <p:sp>
        <p:nvSpPr>
          <p:cNvPr id="51" name="Text 49"/>
          <p:cNvSpPr/>
          <p:nvPr/>
        </p:nvSpPr>
        <p:spPr>
          <a:xfrm>
            <a:off x="8641080" y="40965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dashboard KPIs regularly.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366760" y="493776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3" name="Text 51"/>
          <p:cNvSpPr/>
          <p:nvPr/>
        </p:nvSpPr>
        <p:spPr>
          <a:xfrm>
            <a:off x="8366760" y="4937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32" dirty="0"/>
          </a:p>
        </p:txBody>
      </p:sp>
      <p:sp>
        <p:nvSpPr>
          <p:cNvPr id="54" name="Text 52"/>
          <p:cNvSpPr/>
          <p:nvPr/>
        </p:nvSpPr>
        <p:spPr>
          <a:xfrm>
            <a:off x="8641080" y="4828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sales data with marketing and operational data for deeper analysis.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" y="576072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576072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provides a data-driven foundation for improving product management, customer retention, and operational performance.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2026-09-11T10:35:33Z</dcterms:created>
  <dcterms:modified xsi:type="dcterms:W3CDTF">2026-09-11T10:35:33Z</dcterms:modified>
</cp:coreProperties>
</file>